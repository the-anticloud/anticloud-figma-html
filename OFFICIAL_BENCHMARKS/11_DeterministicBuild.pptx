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./figma_html_binary \</a:t>
            </a:r>
          </a:p>
          <a:p>
            <a:r>
              <a:t>--manifest ./figma_html_build_manifest.json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